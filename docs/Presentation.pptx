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o-RO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o-RO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o-RO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o-RO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o-RO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o-RO"/>
            </a:p>
          </p:txBody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o-RO"/>
            </a:p>
          </p:txBody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o-RO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dirty="0"/>
              <a:t>1/22/2026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1/22/2026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1/22/2026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1/22/2026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dirty="0"/>
              <a:t>1/22/2026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dirty="0"/>
              <a:t>1/22/2026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o-RO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o-RO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o-RO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o-RO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o-RO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o-RO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o-RO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ro-RO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65" r:id="rId4"/>
    <p:sldLayoutId id="2147483653" r:id="rId5"/>
    <p:sldLayoutId id="2147483654" r:id="rId6"/>
    <p:sldLayoutId id="2147483655" r:id="rId7"/>
    <p:sldLayoutId id="214748366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7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/>
              <a:t>Text-To-SQL System</a:t>
            </a:r>
            <a:br>
              <a:rPr lang="en-US" dirty="0"/>
            </a:br>
            <a:r>
              <a:rPr lang="en-US" dirty="0"/>
              <a:t>Natural Language to SQL Conversion</a:t>
            </a:r>
            <a:br>
              <a:rPr lang="en-US" dirty="0"/>
            </a:br>
            <a:endParaRPr lang="en-US" dirty="0"/>
          </a:p>
        </p:txBody>
      </p:sp>
      <p:sp>
        <p:nvSpPr>
          <p:cNvPr id="4" name="Rectangle 1"/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1507067" y="3999118"/>
            <a:ext cx="6574236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Project documentation summary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Authors: Daniel</a:t>
            </a:r>
            <a:r>
              <a:rPr kumimoji="0" lang="en-US" altLang="en-US" sz="18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</a:t>
            </a:r>
            <a: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  <a:t>Dumitru </a:t>
            </a:r>
            <a:r>
              <a:rPr kumimoji="0" lang="en-US" altLang="en-US" sz="18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Radu, Dominic – Dorian Mihailescu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BDNSV / FMI-UNIBUC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14030949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Goal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     Motivation</a:t>
            </a:r>
            <a:endParaRPr lang="en-US" dirty="0"/>
          </a:p>
          <a:p>
            <a:r>
              <a:rPr lang="en-US" dirty="0"/>
              <a:t>SQL databases are powerful but difficult to query for non-expert users</a:t>
            </a:r>
          </a:p>
          <a:p>
            <a:r>
              <a:rPr lang="en-US" dirty="0"/>
              <a:t>Natural language interfaces improve accessibility</a:t>
            </a:r>
          </a:p>
          <a:p>
            <a:pPr marL="0" indent="0">
              <a:buNone/>
            </a:pPr>
            <a:r>
              <a:rPr lang="en-US" b="1" dirty="0"/>
              <a:t>     Goal</a:t>
            </a:r>
            <a:endParaRPr lang="en-US" dirty="0"/>
          </a:p>
          <a:p>
            <a:r>
              <a:rPr lang="en-US" dirty="0"/>
              <a:t>Convert natural language questions into </a:t>
            </a:r>
            <a:r>
              <a:rPr lang="en-US" b="1" dirty="0"/>
              <a:t>safe, executable SQL queries</a:t>
            </a:r>
            <a:endParaRPr lang="en-US" dirty="0"/>
          </a:p>
          <a:p>
            <a:r>
              <a:rPr lang="en-US" dirty="0"/>
              <a:t>Ensure correctness using </a:t>
            </a:r>
            <a:r>
              <a:rPr lang="en-US" b="1" dirty="0"/>
              <a:t>schema awareness and validation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13209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     What does the system do?</a:t>
            </a:r>
            <a:endParaRPr lang="en-US" dirty="0"/>
          </a:p>
          <a:p>
            <a:r>
              <a:rPr lang="en-US" dirty="0"/>
              <a:t>Input: natural language question</a:t>
            </a:r>
          </a:p>
          <a:p>
            <a:r>
              <a:rPr lang="en-US" dirty="0"/>
              <a:t>Output: SQL query + query results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     Main features</a:t>
            </a:r>
            <a:endParaRPr lang="en-US" dirty="0"/>
          </a:p>
          <a:p>
            <a:r>
              <a:rPr lang="en-US" dirty="0"/>
              <a:t>Multi-step processing pipeline</a:t>
            </a:r>
          </a:p>
          <a:p>
            <a:r>
              <a:rPr lang="en-US" dirty="0"/>
              <a:t>Multiple LLM providers</a:t>
            </a:r>
          </a:p>
          <a:p>
            <a:r>
              <a:rPr lang="en-US" dirty="0"/>
              <a:t>Strong focus on safety and correctness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6561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     Text-to-SQL Pipeline</a:t>
            </a:r>
            <a:endParaRPr lang="en-US" dirty="0"/>
          </a:p>
          <a:p>
            <a:r>
              <a:rPr lang="en-US" dirty="0"/>
              <a:t>Extract database schema</a:t>
            </a:r>
          </a:p>
          <a:p>
            <a:r>
              <a:rPr lang="en-US" dirty="0"/>
              <a:t>Build prompt with schema + few-shot examples</a:t>
            </a:r>
          </a:p>
          <a:p>
            <a:r>
              <a:rPr lang="en-US" dirty="0"/>
              <a:t>Generate SQL query</a:t>
            </a:r>
          </a:p>
          <a:p>
            <a:r>
              <a:rPr lang="en-US" dirty="0"/>
              <a:t>Validate SQL (syntax, schema, read-only)</a:t>
            </a:r>
          </a:p>
          <a:p>
            <a:r>
              <a:rPr lang="en-US" dirty="0"/>
              <a:t>Execute query and summarize results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18253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Providers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7334" y="1371601"/>
            <a:ext cx="8596668" cy="4669762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b="1" dirty="0"/>
              <a:t>     </a:t>
            </a:r>
            <a:r>
              <a:rPr lang="en-US" sz="3000" b="1" dirty="0"/>
              <a:t>Supported Providers :</a:t>
            </a:r>
            <a:endParaRPr lang="en-US" sz="3000" dirty="0"/>
          </a:p>
          <a:p>
            <a:r>
              <a:rPr lang="en-US" b="1" dirty="0"/>
              <a:t>Naive</a:t>
            </a:r>
            <a:r>
              <a:rPr lang="en-US" dirty="0"/>
              <a:t> – rule-based baseline</a:t>
            </a:r>
          </a:p>
          <a:p>
            <a:r>
              <a:rPr lang="en-US" b="1" dirty="0" err="1"/>
              <a:t>OpenAI</a:t>
            </a:r>
            <a:r>
              <a:rPr lang="en-US" dirty="0"/>
              <a:t> – GPT models via API</a:t>
            </a:r>
          </a:p>
          <a:p>
            <a:r>
              <a:rPr lang="en-US" b="1" dirty="0" err="1"/>
              <a:t>Ollama</a:t>
            </a:r>
            <a:r>
              <a:rPr lang="en-US" b="1" dirty="0"/>
              <a:t> (local)</a:t>
            </a:r>
            <a:endParaRPr lang="en-US" dirty="0"/>
          </a:p>
          <a:p>
            <a:pPr lvl="1"/>
            <a:r>
              <a:rPr lang="en-US" dirty="0"/>
              <a:t>P</a:t>
            </a:r>
            <a:r>
              <a:rPr lang="en-US"/>
              <a:t>hi3</a:t>
            </a:r>
            <a:endParaRPr lang="en-US" dirty="0"/>
          </a:p>
          <a:p>
            <a:pPr lvl="1"/>
            <a:r>
              <a:rPr lang="en-US" dirty="0"/>
              <a:t>Qwen</a:t>
            </a:r>
          </a:p>
          <a:p>
            <a:pPr lvl="1"/>
            <a:r>
              <a:rPr lang="en-US" dirty="0" err="1"/>
              <a:t>Codellama</a:t>
            </a:r>
            <a:endParaRPr lang="en-US" dirty="0"/>
          </a:p>
          <a:p>
            <a:pPr lvl="1"/>
            <a:r>
              <a:rPr lang="en-US" dirty="0" err="1"/>
              <a:t>DuckDB</a:t>
            </a:r>
            <a:endParaRPr lang="en-US" dirty="0"/>
          </a:p>
          <a:p>
            <a:pPr lvl="1"/>
            <a:r>
              <a:rPr lang="en-US" dirty="0" err="1"/>
              <a:t>Deepseek</a:t>
            </a:r>
            <a:r>
              <a:rPr lang="en-US" dirty="0"/>
              <a:t>-Coder</a:t>
            </a:r>
          </a:p>
          <a:p>
            <a:pPr lvl="1"/>
            <a:r>
              <a:rPr lang="en-US" dirty="0" err="1"/>
              <a:t>HridaAI</a:t>
            </a:r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r>
              <a:rPr lang="en-US" sz="2400" b="1" dirty="0"/>
              <a:t>      Key idea</a:t>
            </a:r>
            <a:endParaRPr lang="en-US" sz="2400" dirty="0"/>
          </a:p>
          <a:p>
            <a:r>
              <a:rPr lang="en-US" dirty="0"/>
              <a:t>All providers use schema context</a:t>
            </a:r>
          </a:p>
          <a:p>
            <a:r>
              <a:rPr lang="en-US" dirty="0"/>
              <a:t>All </a:t>
            </a:r>
            <a:r>
              <a:rPr lang="en-US" dirty="0" err="1"/>
              <a:t>Ollama</a:t>
            </a:r>
            <a:r>
              <a:rPr lang="en-US" dirty="0"/>
              <a:t> models benchmarked automatically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43697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Model</a:t>
            </a:r>
          </a:p>
        </p:txBody>
      </p:sp>
      <p:pic>
        <p:nvPicPr>
          <p:cNvPr id="2050" name="Picture 2" descr="Database schema diagram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334" y="1378866"/>
            <a:ext cx="7042637" cy="5004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988975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     Why validation matters</a:t>
            </a:r>
            <a:endParaRPr lang="en-US" dirty="0"/>
          </a:p>
          <a:p>
            <a:r>
              <a:rPr lang="en-US" dirty="0"/>
              <a:t>Prevent unsafe or invalid queries</a:t>
            </a:r>
          </a:p>
          <a:p>
            <a:r>
              <a:rPr lang="en-US" dirty="0"/>
              <a:t>Ensure reliable execution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     Validation steps</a:t>
            </a:r>
            <a:endParaRPr lang="en-US" dirty="0"/>
          </a:p>
          <a:p>
            <a:r>
              <a:rPr lang="en-US" dirty="0"/>
              <a:t>SQL syntax parsing (</a:t>
            </a:r>
            <a:r>
              <a:rPr lang="en-US" dirty="0" err="1"/>
              <a:t>sqlglot</a:t>
            </a:r>
            <a:r>
              <a:rPr lang="en-US" dirty="0"/>
              <a:t>)</a:t>
            </a:r>
          </a:p>
          <a:p>
            <a:r>
              <a:rPr lang="en-US" dirty="0"/>
              <a:t>Enforce </a:t>
            </a:r>
            <a:r>
              <a:rPr lang="en-US" b="1" dirty="0"/>
              <a:t>SELECT-only</a:t>
            </a:r>
            <a:r>
              <a:rPr lang="en-US" dirty="0"/>
              <a:t> queries</a:t>
            </a:r>
          </a:p>
          <a:p>
            <a:r>
              <a:rPr lang="en-US" dirty="0"/>
              <a:t>Validate tables and columns against schema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09991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and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Evaluation Metrics</a:t>
            </a:r>
            <a:endParaRPr lang="en-US" dirty="0"/>
          </a:p>
          <a:p>
            <a:r>
              <a:rPr lang="en-US" dirty="0"/>
              <a:t>Exact Match (EM)</a:t>
            </a:r>
          </a:p>
          <a:p>
            <a:r>
              <a:rPr lang="en-US" dirty="0"/>
              <a:t>Execution Accuracy (EX)</a:t>
            </a:r>
          </a:p>
          <a:p>
            <a:r>
              <a:rPr lang="en-US" dirty="0"/>
              <a:t>Error breakdowns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Key Results</a:t>
            </a:r>
            <a:endParaRPr lang="en-US" dirty="0"/>
          </a:p>
          <a:p>
            <a:r>
              <a:rPr lang="en-US" dirty="0"/>
              <a:t>Naive: very low accuracy</a:t>
            </a:r>
          </a:p>
          <a:p>
            <a:r>
              <a:rPr lang="en-US" dirty="0" err="1"/>
              <a:t>Ollama</a:t>
            </a:r>
            <a:r>
              <a:rPr lang="en-US" dirty="0"/>
              <a:t> (</a:t>
            </a:r>
            <a:r>
              <a:rPr lang="en-US" dirty="0" err="1"/>
              <a:t>qwen</a:t>
            </a:r>
            <a:r>
              <a:rPr lang="en-US" dirty="0"/>
              <a:t>, </a:t>
            </a:r>
            <a:r>
              <a:rPr lang="en-US" dirty="0" err="1"/>
              <a:t>codellama</a:t>
            </a:r>
            <a:r>
              <a:rPr lang="en-US" dirty="0"/>
              <a:t>): high execution accuracy</a:t>
            </a:r>
          </a:p>
          <a:p>
            <a:r>
              <a:rPr lang="en-US" dirty="0"/>
              <a:t>Shows importance of schema-aware prompts + validation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88630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Functional and safe Text-to-SQL system</a:t>
            </a:r>
          </a:p>
          <a:p>
            <a:r>
              <a:rPr lang="en-US" dirty="0"/>
              <a:t>Modular multi-provider architecture</a:t>
            </a:r>
          </a:p>
          <a:p>
            <a:r>
              <a:rPr lang="en-US" dirty="0"/>
              <a:t>Strong benchmarking support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Future Improvements</a:t>
            </a:r>
            <a:endParaRPr lang="en-US" dirty="0"/>
          </a:p>
          <a:p>
            <a:r>
              <a:rPr lang="en-US" dirty="0"/>
              <a:t>More complex schemas and joins</a:t>
            </a:r>
          </a:p>
          <a:p>
            <a:r>
              <a:rPr lang="en-US" dirty="0"/>
              <a:t>Improved prompt strategies</a:t>
            </a:r>
          </a:p>
          <a:p>
            <a:r>
              <a:rPr lang="en-US" dirty="0"/>
              <a:t>Fine-tuned or specialized models</a:t>
            </a:r>
          </a:p>
          <a:p>
            <a:r>
              <a:rPr lang="en-US" dirty="0"/>
              <a:t>User feedback integration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025121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8C59B386-999D-4CB6-B907-9F3997C027C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11</TotalTime>
  <Words>274</Words>
  <Application>Microsoft Office PowerPoint</Application>
  <PresentationFormat>Widescreen</PresentationFormat>
  <Paragraphs>74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Trebuchet MS</vt:lpstr>
      <vt:lpstr>Wingdings 3</vt:lpstr>
      <vt:lpstr>Facet</vt:lpstr>
      <vt:lpstr>Text-To-SQL System Natural Language to SQL Conversion </vt:lpstr>
      <vt:lpstr>Project Goal</vt:lpstr>
      <vt:lpstr>System Overview</vt:lpstr>
      <vt:lpstr>Architecture</vt:lpstr>
      <vt:lpstr>Providers</vt:lpstr>
      <vt:lpstr>Data Model</vt:lpstr>
      <vt:lpstr>SQL Validation</vt:lpstr>
      <vt:lpstr>Evaluation and Results</vt:lpstr>
      <vt:lpstr>Conclusion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Text-To-SQL System Natural Language to SQL Conversion</dc:title>
  <dc:creator>Dominic</dc:creator>
  <cp:lastModifiedBy>Daniel Radu</cp:lastModifiedBy>
  <cp:revision>5</cp:revision>
  <dcterms:created xsi:type="dcterms:W3CDTF">2026-01-22T12:59:21Z</dcterms:created>
  <dcterms:modified xsi:type="dcterms:W3CDTF">2026-01-22T16:12:58Z</dcterms:modified>
</cp:coreProperties>
</file>