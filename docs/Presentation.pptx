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Text-To-SQL System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Natural Language to SQL Conversion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07067" y="3999118"/>
            <a:ext cx="533030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documentation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Authors: Daniel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Radu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Mihailescu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Dominic-Dorian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BDNSV / FMI-UNIBUC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03094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    Motivation</a:t>
            </a:r>
            <a:endParaRPr lang="en-US" dirty="0"/>
          </a:p>
          <a:p>
            <a:r>
              <a:rPr lang="en-US" dirty="0"/>
              <a:t>SQL databases are powerful but difficult to query for non-expert users</a:t>
            </a:r>
          </a:p>
          <a:p>
            <a:r>
              <a:rPr lang="en-US" dirty="0"/>
              <a:t>Natural language interfaces improve accessibility</a:t>
            </a:r>
          </a:p>
          <a:p>
            <a:pPr marL="0" indent="0">
              <a:buNone/>
            </a:pPr>
            <a:r>
              <a:rPr lang="en-US" b="1" dirty="0" smtClean="0"/>
              <a:t>     Goal</a:t>
            </a:r>
            <a:endParaRPr lang="en-US" dirty="0"/>
          </a:p>
          <a:p>
            <a:r>
              <a:rPr lang="en-US" dirty="0"/>
              <a:t>Convert natural language questions into </a:t>
            </a:r>
            <a:r>
              <a:rPr lang="en-US" b="1" dirty="0"/>
              <a:t>safe, executable SQL queries</a:t>
            </a:r>
            <a:endParaRPr lang="en-US" dirty="0"/>
          </a:p>
          <a:p>
            <a:r>
              <a:rPr lang="en-US" dirty="0"/>
              <a:t>Ensure correctness using </a:t>
            </a:r>
            <a:r>
              <a:rPr lang="en-US" b="1" dirty="0"/>
              <a:t>schema awareness and validation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32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    What </a:t>
            </a:r>
            <a:r>
              <a:rPr lang="en-US" b="1" dirty="0"/>
              <a:t>does the system do?</a:t>
            </a:r>
            <a:endParaRPr lang="en-US" dirty="0"/>
          </a:p>
          <a:p>
            <a:r>
              <a:rPr lang="en-US" dirty="0"/>
              <a:t>Input: natural language question</a:t>
            </a:r>
          </a:p>
          <a:p>
            <a:r>
              <a:rPr lang="en-US" dirty="0"/>
              <a:t>Output: SQL query + query </a:t>
            </a:r>
            <a:r>
              <a:rPr lang="en-US" dirty="0" smtClean="0"/>
              <a:t>results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Main </a:t>
            </a:r>
            <a:r>
              <a:rPr lang="en-US" b="1" dirty="0"/>
              <a:t>features</a:t>
            </a:r>
            <a:endParaRPr lang="en-US" dirty="0"/>
          </a:p>
          <a:p>
            <a:r>
              <a:rPr lang="en-US" dirty="0"/>
              <a:t>Multi-step processing pipeline</a:t>
            </a:r>
          </a:p>
          <a:p>
            <a:r>
              <a:rPr lang="en-US" dirty="0"/>
              <a:t>Multiple LLM providers</a:t>
            </a:r>
          </a:p>
          <a:p>
            <a:r>
              <a:rPr lang="en-US" dirty="0"/>
              <a:t>Strong focus on safety and correctness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6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    Text-to-SQL </a:t>
            </a:r>
            <a:r>
              <a:rPr lang="en-US" b="1" dirty="0"/>
              <a:t>Pipeline</a:t>
            </a:r>
            <a:endParaRPr lang="en-US" dirty="0"/>
          </a:p>
          <a:p>
            <a:r>
              <a:rPr lang="en-US" dirty="0"/>
              <a:t>Extract database schema</a:t>
            </a:r>
          </a:p>
          <a:p>
            <a:r>
              <a:rPr lang="en-US" dirty="0"/>
              <a:t>Build prompt with schema + few-shot examples</a:t>
            </a:r>
          </a:p>
          <a:p>
            <a:r>
              <a:rPr lang="en-US" dirty="0"/>
              <a:t>Generate SQL query</a:t>
            </a:r>
          </a:p>
          <a:p>
            <a:r>
              <a:rPr lang="en-US" dirty="0"/>
              <a:t>Validate SQL (syntax, schema, read-only)</a:t>
            </a:r>
          </a:p>
          <a:p>
            <a:r>
              <a:rPr lang="en-US" dirty="0"/>
              <a:t>Execute query and summarize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2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</a:t>
            </a:r>
            <a:r>
              <a:rPr lang="en-US" sz="3000" b="1" dirty="0" smtClean="0"/>
              <a:t>Supported Providers :</a:t>
            </a:r>
            <a:endParaRPr lang="en-US" sz="3000" dirty="0"/>
          </a:p>
          <a:p>
            <a:r>
              <a:rPr lang="en-US" b="1" dirty="0"/>
              <a:t>Naive</a:t>
            </a:r>
            <a:r>
              <a:rPr lang="en-US" dirty="0"/>
              <a:t> – rule-based baseline</a:t>
            </a:r>
          </a:p>
          <a:p>
            <a:r>
              <a:rPr lang="en-US" b="1" dirty="0" err="1"/>
              <a:t>OpenAI</a:t>
            </a:r>
            <a:r>
              <a:rPr lang="en-US" dirty="0"/>
              <a:t> – GPT models via API</a:t>
            </a:r>
          </a:p>
          <a:p>
            <a:r>
              <a:rPr lang="en-US" b="1" dirty="0" err="1"/>
              <a:t>Ollama</a:t>
            </a:r>
            <a:r>
              <a:rPr lang="en-US" b="1" dirty="0"/>
              <a:t> (local)</a:t>
            </a:r>
            <a:endParaRPr lang="en-US" dirty="0"/>
          </a:p>
          <a:p>
            <a:pPr lvl="1"/>
            <a:r>
              <a:rPr lang="en-US" dirty="0"/>
              <a:t>phi3</a:t>
            </a:r>
          </a:p>
          <a:p>
            <a:pPr lvl="1"/>
            <a:r>
              <a:rPr lang="en-US" dirty="0" err="1"/>
              <a:t>qwen</a:t>
            </a:r>
            <a:endParaRPr lang="en-US" dirty="0"/>
          </a:p>
          <a:p>
            <a:pPr lvl="1"/>
            <a:r>
              <a:rPr lang="en-US" dirty="0" err="1"/>
              <a:t>codellama</a:t>
            </a:r>
            <a:endParaRPr lang="en-US" dirty="0"/>
          </a:p>
          <a:p>
            <a:pPr lvl="1"/>
            <a:r>
              <a:rPr lang="en-US" dirty="0" err="1" smtClean="0"/>
              <a:t>Starcoder</a:t>
            </a:r>
            <a:endParaRPr lang="en-US" dirty="0" smtClean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400" b="1" dirty="0" smtClean="0"/>
              <a:t>      Key </a:t>
            </a:r>
            <a:r>
              <a:rPr lang="en-US" sz="2400" b="1" dirty="0"/>
              <a:t>idea</a:t>
            </a:r>
            <a:endParaRPr lang="en-US" sz="2400" dirty="0"/>
          </a:p>
          <a:p>
            <a:r>
              <a:rPr lang="en-US" dirty="0"/>
              <a:t>All providers use schema context</a:t>
            </a:r>
          </a:p>
          <a:p>
            <a:r>
              <a:rPr lang="en-US" dirty="0"/>
              <a:t>All </a:t>
            </a:r>
            <a:r>
              <a:rPr lang="en-US" dirty="0" err="1"/>
              <a:t>Ollama</a:t>
            </a:r>
            <a:r>
              <a:rPr lang="en-US" dirty="0"/>
              <a:t> models benchmarked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36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pic>
        <p:nvPicPr>
          <p:cNvPr id="2050" name="Picture 2" descr="Database schema diagra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378866"/>
            <a:ext cx="7042637" cy="500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8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    Why </a:t>
            </a:r>
            <a:r>
              <a:rPr lang="en-US" b="1" dirty="0"/>
              <a:t>validation matters</a:t>
            </a:r>
            <a:endParaRPr lang="en-US" dirty="0"/>
          </a:p>
          <a:p>
            <a:r>
              <a:rPr lang="en-US" dirty="0"/>
              <a:t>Prevent unsafe or invalid queries</a:t>
            </a:r>
          </a:p>
          <a:p>
            <a:r>
              <a:rPr lang="en-US" dirty="0"/>
              <a:t>Ensure reliable </a:t>
            </a:r>
            <a:r>
              <a:rPr lang="en-US" dirty="0" smtClean="0"/>
              <a:t>execution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Validation </a:t>
            </a:r>
            <a:r>
              <a:rPr lang="en-US" b="1" dirty="0"/>
              <a:t>steps</a:t>
            </a:r>
            <a:endParaRPr lang="en-US" dirty="0"/>
          </a:p>
          <a:p>
            <a:r>
              <a:rPr lang="en-US" dirty="0"/>
              <a:t>SQL syntax parsing (</a:t>
            </a:r>
            <a:r>
              <a:rPr lang="en-US" dirty="0" err="1"/>
              <a:t>sqlglot</a:t>
            </a:r>
            <a:r>
              <a:rPr lang="en-US" dirty="0"/>
              <a:t>)</a:t>
            </a:r>
          </a:p>
          <a:p>
            <a:r>
              <a:rPr lang="en-US" dirty="0"/>
              <a:t>Enforce </a:t>
            </a:r>
            <a:r>
              <a:rPr lang="en-US" b="1" dirty="0"/>
              <a:t>SELECT-only</a:t>
            </a:r>
            <a:r>
              <a:rPr lang="en-US" dirty="0"/>
              <a:t> queries</a:t>
            </a:r>
          </a:p>
          <a:p>
            <a:r>
              <a:rPr lang="en-US" dirty="0"/>
              <a:t>Validate tables and columns against schema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99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en-US" dirty="0" smtClean="0"/>
              <a:t>and </a:t>
            </a:r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Evaluation Metrics</a:t>
            </a:r>
            <a:endParaRPr lang="en-US" dirty="0"/>
          </a:p>
          <a:p>
            <a:r>
              <a:rPr lang="en-US" dirty="0"/>
              <a:t>Exact Match (EM)</a:t>
            </a:r>
          </a:p>
          <a:p>
            <a:r>
              <a:rPr lang="en-US" dirty="0"/>
              <a:t>Execution Accuracy (EX)</a:t>
            </a:r>
          </a:p>
          <a:p>
            <a:r>
              <a:rPr lang="en-US" dirty="0"/>
              <a:t>Error </a:t>
            </a:r>
            <a:r>
              <a:rPr lang="en-US" dirty="0" smtClean="0"/>
              <a:t>breakdowns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Key Results</a:t>
            </a:r>
            <a:endParaRPr lang="en-US" dirty="0"/>
          </a:p>
          <a:p>
            <a:r>
              <a:rPr lang="en-US" dirty="0"/>
              <a:t>Naive: very low accuracy</a:t>
            </a:r>
          </a:p>
          <a:p>
            <a:r>
              <a:rPr lang="en-US" dirty="0" err="1"/>
              <a:t>Ollama</a:t>
            </a:r>
            <a:r>
              <a:rPr lang="en-US" dirty="0"/>
              <a:t> (</a:t>
            </a:r>
            <a:r>
              <a:rPr lang="en-US" dirty="0" err="1"/>
              <a:t>qwen</a:t>
            </a:r>
            <a:r>
              <a:rPr lang="en-US" dirty="0"/>
              <a:t>, </a:t>
            </a:r>
            <a:r>
              <a:rPr lang="en-US" dirty="0" err="1"/>
              <a:t>codellama</a:t>
            </a:r>
            <a:r>
              <a:rPr lang="en-US" dirty="0"/>
              <a:t>): high execution accuracy</a:t>
            </a:r>
          </a:p>
          <a:p>
            <a:r>
              <a:rPr lang="en-US" dirty="0"/>
              <a:t>Shows importance of schema-aware prompts +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6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and safe Text-to-SQL system</a:t>
            </a:r>
          </a:p>
          <a:p>
            <a:r>
              <a:rPr lang="en-US" dirty="0"/>
              <a:t>Modular multi-provider architecture</a:t>
            </a:r>
          </a:p>
          <a:p>
            <a:r>
              <a:rPr lang="en-US" dirty="0"/>
              <a:t>Strong benchmarking </a:t>
            </a:r>
            <a:r>
              <a:rPr lang="en-US" dirty="0" smtClean="0"/>
              <a:t>support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Future </a:t>
            </a:r>
            <a:r>
              <a:rPr lang="en-US" b="1" dirty="0"/>
              <a:t>Improvements</a:t>
            </a:r>
            <a:endParaRPr lang="en-US" dirty="0"/>
          </a:p>
          <a:p>
            <a:r>
              <a:rPr lang="en-US" dirty="0"/>
              <a:t>More complex schemas and joins</a:t>
            </a:r>
          </a:p>
          <a:p>
            <a:r>
              <a:rPr lang="en-US" dirty="0"/>
              <a:t>Improved prompt strategies</a:t>
            </a:r>
          </a:p>
          <a:p>
            <a:r>
              <a:rPr lang="en-US" dirty="0"/>
              <a:t>Fine-tuned or specialized models</a:t>
            </a:r>
          </a:p>
          <a:p>
            <a:r>
              <a:rPr lang="en-US" dirty="0"/>
              <a:t>User feedback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261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Text-To-SQL System Natural Language to SQL Conversion </vt:lpstr>
      <vt:lpstr>Project Goal</vt:lpstr>
      <vt:lpstr>System Overview</vt:lpstr>
      <vt:lpstr>Architecture</vt:lpstr>
      <vt:lpstr>Providers</vt:lpstr>
      <vt:lpstr>Data Model</vt:lpstr>
      <vt:lpstr>SQL Validation</vt:lpstr>
      <vt:lpstr>Evaluation and Results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Text-To-SQL System Natural Language to SQL Conversion</dc:title>
  <dc:creator>Dominic</dc:creator>
  <cp:lastModifiedBy>Dominic</cp:lastModifiedBy>
  <cp:revision>2</cp:revision>
  <dcterms:created xsi:type="dcterms:W3CDTF">2026-01-22T12:59:21Z</dcterms:created>
  <dcterms:modified xsi:type="dcterms:W3CDTF">2026-01-22T13:10:33Z</dcterms:modified>
</cp:coreProperties>
</file>